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74cff03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74cff03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74cff035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74cff035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74cff035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74cff035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74cff035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74cff035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4cff035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74cff03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4cff035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4cff035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74cff0352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74cff0352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4cff035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74cff035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74cff035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74cff035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74cff0352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74cff0352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Cohérence Totale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Track B - Quantum image generation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11700" y="1331675"/>
            <a:ext cx="5245200" cy="335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18800" y="1445525"/>
            <a:ext cx="5031000" cy="312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4020"/>
              <a:t>Image generation</a:t>
            </a:r>
            <a:endParaRPr b="1" sz="4020"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5456" l="0" r="0" t="20144"/>
          <a:stretch/>
        </p:blipFill>
        <p:spPr>
          <a:xfrm>
            <a:off x="2568550" y="1806190"/>
            <a:ext cx="2619375" cy="11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20281" l="0" r="16037" t="0"/>
          <a:stretch/>
        </p:blipFill>
        <p:spPr>
          <a:xfrm>
            <a:off x="847650" y="3454775"/>
            <a:ext cx="3724350" cy="8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950" y="1746796"/>
            <a:ext cx="1510775" cy="15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7750" y="22515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1050" y="1806200"/>
            <a:ext cx="2923786" cy="11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/>
              <a:t>Just like a Classical AI</a:t>
            </a:r>
            <a:endParaRPr b="1" sz="302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284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900">
                <a:solidFill>
                  <a:schemeClr val="dk1"/>
                </a:solidFill>
              </a:rPr>
              <a:t>Does any prompt work?</a:t>
            </a:r>
            <a:br>
              <a:rPr lang="en-CA" sz="1900">
                <a:solidFill>
                  <a:schemeClr val="dk1"/>
                </a:solidFill>
              </a:rPr>
            </a:br>
            <a:br>
              <a:rPr lang="en-CA" sz="1900">
                <a:solidFill>
                  <a:schemeClr val="dk1"/>
                </a:solidFill>
              </a:rPr>
            </a:br>
            <a:r>
              <a:rPr lang="en-CA" sz="1900">
                <a:solidFill>
                  <a:schemeClr val="dk1"/>
                </a:solidFill>
              </a:rPr>
              <a:t>How does it work and what is new?</a:t>
            </a:r>
            <a:br>
              <a:rPr lang="en-CA" sz="1900">
                <a:solidFill>
                  <a:schemeClr val="dk1"/>
                </a:solidFill>
              </a:rPr>
            </a:br>
            <a:br>
              <a:rPr lang="en-CA" sz="1900">
                <a:solidFill>
                  <a:schemeClr val="dk1"/>
                </a:solidFill>
              </a:rPr>
            </a:br>
            <a:r>
              <a:rPr lang="en-CA" sz="1900">
                <a:solidFill>
                  <a:schemeClr val="dk1"/>
                </a:solidFill>
              </a:rPr>
              <a:t>Why such a low resolution?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7200" y="1170125"/>
            <a:ext cx="5684401" cy="3586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 u="sng"/>
              <a:t>The training algorithm (First model)</a:t>
            </a:r>
            <a:endParaRPr b="1" sz="3020" u="sng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62525" y="1152475"/>
            <a:ext cx="4131900" cy="15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b="1" lang="en-CA" sz="1620">
                <a:solidFill>
                  <a:schemeClr val="dk1"/>
                </a:solidFill>
              </a:rPr>
              <a:t>Fashion-MNIST (dataset) 16x16 image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Convert pixels into RY angles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Run quantum circuit many times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</a:t>
            </a:r>
            <a:endParaRPr b="1" sz="162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" y="2904825"/>
            <a:ext cx="7129176" cy="19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4627250" y="892675"/>
            <a:ext cx="4700400" cy="2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Measure qubits → brightness probabilities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Compare generated image with real image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Update angles using SPSA / parameter-shift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Repeat</a:t>
            </a:r>
            <a:endParaRPr b="1" sz="1620"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353868">
            <a:off x="3270800" y="1019521"/>
            <a:ext cx="1289725" cy="12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It works on the IBM computer (First model)</a:t>
            </a:r>
            <a:endParaRPr b="1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2000">
                <a:solidFill>
                  <a:schemeClr val="dk1"/>
                </a:solidFill>
              </a:rPr>
              <a:t>We can choose the number of shots.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450" y="1759350"/>
            <a:ext cx="32956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75" y="16790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5952825" y="1152475"/>
            <a:ext cx="24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2000">
                <a:solidFill>
                  <a:schemeClr val="dk1"/>
                </a:solidFill>
              </a:rPr>
              <a:t>Here is the result.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/>
              <a:t>We also tried another way (Vector Graphics)</a:t>
            </a:r>
            <a:endParaRPr b="1" sz="3020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40725"/>
            <a:ext cx="302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What it is:</a:t>
            </a:r>
            <a:r>
              <a:rPr lang="en-CA" sz="2000">
                <a:solidFill>
                  <a:schemeClr val="dk1"/>
                </a:solidFill>
              </a:rPr>
              <a:t> Text-to-vector image generator.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The Tech Stack:</a:t>
            </a:r>
            <a:r>
              <a:rPr lang="en-CA" sz="2000">
                <a:solidFill>
                  <a:schemeClr val="dk1"/>
                </a:solidFill>
              </a:rPr>
              <a:t> PennyLane (Quantum) + PyTorch (Classical).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The Goal:</a:t>
            </a:r>
            <a:r>
              <a:rPr lang="en-CA" sz="2000">
                <a:solidFill>
                  <a:schemeClr val="dk1"/>
                </a:solidFill>
              </a:rPr>
              <a:t> Prove quantum parameter efficiency in generative AI.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973" y="1312075"/>
            <a:ext cx="522604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288748" y="41059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-CA" sz="3020" u="sng"/>
              <a:t>The training algorithm (Second model)</a:t>
            </a:r>
            <a:endParaRPr b="1" sz="302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1. Classical Encode:</a:t>
            </a:r>
            <a:r>
              <a:rPr lang="en-CA" sz="2000">
                <a:solidFill>
                  <a:schemeClr val="dk1"/>
                </a:solidFill>
              </a:rPr>
              <a:t> Maps text prompts (shape/color) to frequencies.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2. Quantum Circuit:</a:t>
            </a:r>
            <a:r>
              <a:rPr lang="en-CA" sz="2000">
                <a:solidFill>
                  <a:schemeClr val="dk1"/>
                </a:solidFill>
              </a:rPr>
              <a:t> A 10-qubit circuit entangles features with injected noise.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3. Measurement:</a:t>
            </a:r>
            <a:r>
              <a:rPr lang="en-CA" sz="2000">
                <a:solidFill>
                  <a:schemeClr val="dk1"/>
                </a:solidFill>
              </a:rPr>
              <a:t> Expectation values (⟨Z⟩) form a classical latent vector.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4. Classical Decode:</a:t>
            </a:r>
            <a:r>
              <a:rPr lang="en-CA" sz="2000">
                <a:solidFill>
                  <a:schemeClr val="dk1"/>
                </a:solidFill>
              </a:rPr>
              <a:t> A lightweight neural network draws the final SVG.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700" u="sng"/>
              <a:t>The "Quantum Advantage"</a:t>
            </a:r>
            <a:endParaRPr sz="2700" u="sng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Not about brute speed:</a:t>
            </a:r>
            <a:r>
              <a:rPr lang="en-CA" sz="2000">
                <a:solidFill>
                  <a:schemeClr val="dk1"/>
                </a:solidFill>
              </a:rPr>
              <a:t> Classical hardware is faster at drawing shapes.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Massive State Space:</a:t>
            </a:r>
            <a:r>
              <a:rPr lang="en-CA" sz="2000">
                <a:solidFill>
                  <a:schemeClr val="dk1"/>
                </a:solidFill>
              </a:rPr>
              <a:t> 10 qubits = 210 (1,024-dimensional) complex Hilbert space.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Parameter Efficiency:</a:t>
            </a:r>
            <a:r>
              <a:rPr lang="en-CA" sz="2000">
                <a:solidFill>
                  <a:schemeClr val="dk1"/>
                </a:solidFill>
              </a:rPr>
              <a:t> Replaces massive classical layers with a compact quantum circuit.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Correlated Noise:</a:t>
            </a:r>
            <a:r>
              <a:rPr lang="en-CA" sz="2000">
                <a:solidFill>
                  <a:schemeClr val="dk1"/>
                </a:solidFill>
              </a:rPr>
              <a:t> Quantum entanglement structurally links the generated layout.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/>
              <a:t>How to make it better?</a:t>
            </a:r>
            <a:endParaRPr b="1" sz="3020"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2100">
                <a:solidFill>
                  <a:schemeClr val="dk1"/>
                </a:solidFill>
              </a:rPr>
              <a:t>Upscaling the image.</a:t>
            </a:r>
            <a:br>
              <a:rPr lang="en-CA" sz="2100">
                <a:solidFill>
                  <a:schemeClr val="dk1"/>
                </a:solidFill>
              </a:rPr>
            </a:br>
            <a:br>
              <a:rPr lang="en-CA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8925" y="1641475"/>
            <a:ext cx="2808375" cy="28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900" y="1641475"/>
            <a:ext cx="2808375" cy="280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>
            <a:off x="3617200" y="2414525"/>
            <a:ext cx="1602600" cy="106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10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Downscaling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525" y="578125"/>
            <a:ext cx="7538602" cy="439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1671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Upscaling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825" y="701575"/>
            <a:ext cx="5492350" cy="44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